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6407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02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1060529"/>
            <a:ext cx="7344649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3403592"/>
            <a:ext cx="6480572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612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525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1615546"/>
            <a:ext cx="7452658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4336619"/>
            <a:ext cx="7452658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6561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1725046"/>
            <a:ext cx="3672324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1725046"/>
            <a:ext cx="3672324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6830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45011"/>
            <a:ext cx="7452658" cy="1252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1588543"/>
            <a:ext cx="3655447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2367064"/>
            <a:ext cx="3655447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1588543"/>
            <a:ext cx="3673450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2367064"/>
            <a:ext cx="3673450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713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24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1644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432012"/>
            <a:ext cx="27868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933027"/>
            <a:ext cx="4374386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944052"/>
            <a:ext cx="27868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87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432012"/>
            <a:ext cx="27868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933027"/>
            <a:ext cx="4374386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944052"/>
            <a:ext cx="27868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67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575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345009"/>
            <a:ext cx="1863165" cy="549164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345009"/>
            <a:ext cx="5481484" cy="549164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99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345011"/>
            <a:ext cx="7452658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1725046"/>
            <a:ext cx="7452658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6006164"/>
            <a:ext cx="194417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6006164"/>
            <a:ext cx="291625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6006164"/>
            <a:ext cx="194417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527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A3F5E2-A6E9-4166-9948-4A283C5D679C}"/>
              </a:ext>
            </a:extLst>
          </p:cNvPr>
          <p:cNvSpPr txBox="1"/>
          <p:nvPr/>
        </p:nvSpPr>
        <p:spPr>
          <a:xfrm>
            <a:off x="1833652" y="2390104"/>
            <a:ext cx="301396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Wahrscheinlichkeitstheorie</a:t>
            </a:r>
            <a:endParaRPr lang="LID4096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DA71E-CAE7-49E7-88F6-399CA776A218}"/>
              </a:ext>
            </a:extLst>
          </p:cNvPr>
          <p:cNvSpPr txBox="1"/>
          <p:nvPr/>
        </p:nvSpPr>
        <p:spPr>
          <a:xfrm>
            <a:off x="4643230" y="3306581"/>
            <a:ext cx="1048685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P-Wert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A3555-7846-47AC-A233-9E9E6E745F30}"/>
              </a:ext>
            </a:extLst>
          </p:cNvPr>
          <p:cNvSpPr txBox="1"/>
          <p:nvPr/>
        </p:nvSpPr>
        <p:spPr>
          <a:xfrm>
            <a:off x="980254" y="4116817"/>
            <a:ext cx="257474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0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Bayesianische</a:t>
            </a:r>
            <a:r>
              <a:rPr lang="de-DE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Inferenz</a:t>
            </a:r>
            <a:endParaRPr lang="LID4096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9AAF8C-7A33-462F-BFAC-BDB01685A80C}"/>
              </a:ext>
            </a:extLst>
          </p:cNvPr>
          <p:cNvSpPr txBox="1"/>
          <p:nvPr/>
        </p:nvSpPr>
        <p:spPr>
          <a:xfrm>
            <a:off x="4652433" y="3944363"/>
            <a:ext cx="2098651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Hypothesentests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73FEEE-C354-4103-9F5B-F267C4C95D1A}"/>
              </a:ext>
            </a:extLst>
          </p:cNvPr>
          <p:cNvSpPr txBox="1"/>
          <p:nvPr/>
        </p:nvSpPr>
        <p:spPr>
          <a:xfrm>
            <a:off x="5457528" y="2712506"/>
            <a:ext cx="2420856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Konfidenzintervalle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52725E-B752-4406-A82A-37F9EEBC6C99}"/>
              </a:ext>
            </a:extLst>
          </p:cNvPr>
          <p:cNvSpPr txBox="1"/>
          <p:nvPr/>
        </p:nvSpPr>
        <p:spPr>
          <a:xfrm>
            <a:off x="819093" y="2974732"/>
            <a:ext cx="1497526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Korrelation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F5D2E4-8996-4FE1-938E-9E852135B9A6}"/>
              </a:ext>
            </a:extLst>
          </p:cNvPr>
          <p:cNvSpPr txBox="1"/>
          <p:nvPr/>
        </p:nvSpPr>
        <p:spPr>
          <a:xfrm>
            <a:off x="4959706" y="1842869"/>
            <a:ext cx="2566728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Deskriptive Statistik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DCEBDA-93C6-43D2-A4C3-F173E67500E0}"/>
              </a:ext>
            </a:extLst>
          </p:cNvPr>
          <p:cNvSpPr txBox="1"/>
          <p:nvPr/>
        </p:nvSpPr>
        <p:spPr>
          <a:xfrm>
            <a:off x="1767473" y="4729532"/>
            <a:ext cx="1917513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Varianzanalyse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411AD5-E507-45D3-8246-280845E7E4CC}"/>
              </a:ext>
            </a:extLst>
          </p:cNvPr>
          <p:cNvSpPr txBox="1"/>
          <p:nvPr/>
        </p:nvSpPr>
        <p:spPr>
          <a:xfrm>
            <a:off x="3554998" y="5253371"/>
            <a:ext cx="1763624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Poweranalyse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Wolke 2">
            <a:extLst>
              <a:ext uri="{FF2B5EF4-FFF2-40B4-BE49-F238E27FC236}">
                <a16:creationId xmlns:a16="http://schemas.microsoft.com/office/drawing/2014/main" id="{DDB6A17D-03CB-E739-CDCA-B68137924057}"/>
              </a:ext>
            </a:extLst>
          </p:cNvPr>
          <p:cNvSpPr/>
          <p:nvPr/>
        </p:nvSpPr>
        <p:spPr>
          <a:xfrm>
            <a:off x="137762" y="294922"/>
            <a:ext cx="8308058" cy="5828165"/>
          </a:xfrm>
          <a:prstGeom prst="clou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C54C6C49-BA56-EBD7-137D-C361D6298BA1}"/>
              </a:ext>
            </a:extLst>
          </p:cNvPr>
          <p:cNvSpPr txBox="1"/>
          <p:nvPr/>
        </p:nvSpPr>
        <p:spPr>
          <a:xfrm>
            <a:off x="1493702" y="1446687"/>
            <a:ext cx="2842445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Multivariate Verfahren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4" name="TextBox 27">
            <a:extLst>
              <a:ext uri="{FF2B5EF4-FFF2-40B4-BE49-F238E27FC236}">
                <a16:creationId xmlns:a16="http://schemas.microsoft.com/office/drawing/2014/main" id="{81DF1425-EE88-E1F8-972D-44A316D27235}"/>
              </a:ext>
            </a:extLst>
          </p:cNvPr>
          <p:cNvSpPr txBox="1"/>
          <p:nvPr/>
        </p:nvSpPr>
        <p:spPr>
          <a:xfrm>
            <a:off x="2564542" y="3551420"/>
            <a:ext cx="1423788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Regression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TextBox 33">
            <a:extLst>
              <a:ext uri="{FF2B5EF4-FFF2-40B4-BE49-F238E27FC236}">
                <a16:creationId xmlns:a16="http://schemas.microsoft.com/office/drawing/2014/main" id="{46673C9A-6C64-C663-98D1-5F5B4A68EBAC}"/>
              </a:ext>
            </a:extLst>
          </p:cNvPr>
          <p:cNvSpPr txBox="1"/>
          <p:nvPr/>
        </p:nvSpPr>
        <p:spPr>
          <a:xfrm>
            <a:off x="4438462" y="1048047"/>
            <a:ext cx="2643672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Linear Mixed Models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64FA5EC4-DCC0-658F-943B-4BF2A1CD1B78}"/>
              </a:ext>
            </a:extLst>
          </p:cNvPr>
          <p:cNvSpPr txBox="1"/>
          <p:nvPr/>
        </p:nvSpPr>
        <p:spPr>
          <a:xfrm>
            <a:off x="4091389" y="4560254"/>
            <a:ext cx="1882247" cy="3847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9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Multiples Testen</a:t>
            </a:r>
            <a:endParaRPr lang="LID4096" sz="19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51AEB892-E44A-865B-4773-AD333E39A81C}"/>
              </a:ext>
            </a:extLst>
          </p:cNvPr>
          <p:cNvSpPr txBox="1"/>
          <p:nvPr/>
        </p:nvSpPr>
        <p:spPr>
          <a:xfrm>
            <a:off x="2867951" y="2986151"/>
            <a:ext cx="137409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Metaanalyse</a:t>
            </a:r>
            <a:endParaRPr lang="LID4096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713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</Words>
  <Application>Microsoft Office PowerPoint</Application>
  <PresentationFormat>Benutzerdefiniert</PresentationFormat>
  <Paragraphs>14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Sans Serif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Dirk Ostwald</dc:creator>
  <cp:lastModifiedBy>Dirk Ostwald</cp:lastModifiedBy>
  <cp:revision>14</cp:revision>
  <dcterms:created xsi:type="dcterms:W3CDTF">2019-09-20T11:31:34Z</dcterms:created>
  <dcterms:modified xsi:type="dcterms:W3CDTF">2024-10-07T05:00:38Z</dcterms:modified>
</cp:coreProperties>
</file>