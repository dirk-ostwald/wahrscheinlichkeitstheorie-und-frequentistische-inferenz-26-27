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8" r:id="rId2"/>
  </p:sldIdLst>
  <p:sldSz cx="7920038" cy="5759450"/>
  <p:notesSz cx="6889750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 varScale="1">
        <p:scale>
          <a:sx n="134" d="100"/>
          <a:sy n="134" d="100"/>
        </p:scale>
        <p:origin x="150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003" y="942577"/>
            <a:ext cx="6732032" cy="2005142"/>
          </a:xfrm>
        </p:spPr>
        <p:txBody>
          <a:bodyPr anchor="b"/>
          <a:lstStyle>
            <a:lvl1pPr algn="ctr">
              <a:defRPr sz="503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005" y="3025045"/>
            <a:ext cx="5940029" cy="1390533"/>
          </a:xfrm>
        </p:spPr>
        <p:txBody>
          <a:bodyPr/>
          <a:lstStyle>
            <a:lvl1pPr marL="0" indent="0" algn="ctr">
              <a:buNone/>
              <a:defRPr sz="2016"/>
            </a:lvl1pPr>
            <a:lvl2pPr marL="383957" indent="0" algn="ctr">
              <a:buNone/>
              <a:defRPr sz="1680"/>
            </a:lvl2pPr>
            <a:lvl3pPr marL="767913" indent="0" algn="ctr">
              <a:buNone/>
              <a:defRPr sz="1512"/>
            </a:lvl3pPr>
            <a:lvl4pPr marL="1151870" indent="0" algn="ctr">
              <a:buNone/>
              <a:defRPr sz="1344"/>
            </a:lvl4pPr>
            <a:lvl5pPr marL="1535826" indent="0" algn="ctr">
              <a:buNone/>
              <a:defRPr sz="1344"/>
            </a:lvl5pPr>
            <a:lvl6pPr marL="1919783" indent="0" algn="ctr">
              <a:buNone/>
              <a:defRPr sz="1344"/>
            </a:lvl6pPr>
            <a:lvl7pPr marL="2303739" indent="0" algn="ctr">
              <a:buNone/>
              <a:defRPr sz="1344"/>
            </a:lvl7pPr>
            <a:lvl8pPr marL="2687696" indent="0" algn="ctr">
              <a:buNone/>
              <a:defRPr sz="1344"/>
            </a:lvl8pPr>
            <a:lvl9pPr marL="3071652" indent="0" algn="ctr">
              <a:buNone/>
              <a:defRPr sz="1344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2740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4369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378" y="1435864"/>
            <a:ext cx="6831033" cy="2395771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378" y="3854300"/>
            <a:ext cx="6831033" cy="1259879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/>
                </a:solidFill>
              </a:defRPr>
            </a:lvl1pPr>
            <a:lvl2pPr marL="383957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2pPr>
            <a:lvl3pPr marL="76791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3pPr>
            <a:lvl4pPr marL="1151870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4pPr>
            <a:lvl5pPr marL="153582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5pPr>
            <a:lvl6pPr marL="1919783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6pPr>
            <a:lvl7pPr marL="2303739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7pPr>
            <a:lvl8pPr marL="268769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8pPr>
            <a:lvl9pPr marL="3071652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1474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4503" y="1533187"/>
            <a:ext cx="3366016" cy="36543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9519" y="1533187"/>
            <a:ext cx="3366016" cy="36543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2481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306639"/>
            <a:ext cx="6831033" cy="111322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535" y="1411865"/>
            <a:ext cx="3350547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535" y="2103799"/>
            <a:ext cx="3350547" cy="30943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09520" y="1411865"/>
            <a:ext cx="3367048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09520" y="2103799"/>
            <a:ext cx="3367048" cy="30943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0201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1512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5752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383963"/>
            <a:ext cx="2554418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7048" y="829256"/>
            <a:ext cx="4009519" cy="4092942"/>
          </a:xfrm>
        </p:spPr>
        <p:txBody>
          <a:bodyPr/>
          <a:lstStyle>
            <a:lvl1pPr>
              <a:defRPr sz="2687"/>
            </a:lvl1pPr>
            <a:lvl2pPr>
              <a:defRPr sz="2351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1727835"/>
            <a:ext cx="2554418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330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383963"/>
            <a:ext cx="2554418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67048" y="829256"/>
            <a:ext cx="4009519" cy="4092942"/>
          </a:xfrm>
        </p:spPr>
        <p:txBody>
          <a:bodyPr anchor="t"/>
          <a:lstStyle>
            <a:lvl1pPr marL="0" indent="0">
              <a:buNone/>
              <a:defRPr sz="2687"/>
            </a:lvl1pPr>
            <a:lvl2pPr marL="383957" indent="0">
              <a:buNone/>
              <a:defRPr sz="2351"/>
            </a:lvl2pPr>
            <a:lvl3pPr marL="767913" indent="0">
              <a:buNone/>
              <a:defRPr sz="2016"/>
            </a:lvl3pPr>
            <a:lvl4pPr marL="1151870" indent="0">
              <a:buNone/>
              <a:defRPr sz="1680"/>
            </a:lvl4pPr>
            <a:lvl5pPr marL="1535826" indent="0">
              <a:buNone/>
              <a:defRPr sz="1680"/>
            </a:lvl5pPr>
            <a:lvl6pPr marL="1919783" indent="0">
              <a:buNone/>
              <a:defRPr sz="1680"/>
            </a:lvl6pPr>
            <a:lvl7pPr marL="2303739" indent="0">
              <a:buNone/>
              <a:defRPr sz="1680"/>
            </a:lvl7pPr>
            <a:lvl8pPr marL="2687696" indent="0">
              <a:buNone/>
              <a:defRPr sz="1680"/>
            </a:lvl8pPr>
            <a:lvl9pPr marL="3071652" indent="0">
              <a:buNone/>
              <a:defRPr sz="168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1727835"/>
            <a:ext cx="2554418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0128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6348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7778" y="306637"/>
            <a:ext cx="1707758" cy="488086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4503" y="306637"/>
            <a:ext cx="5024274" cy="488086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2879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4503" y="306639"/>
            <a:ext cx="6831033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503" y="1533187"/>
            <a:ext cx="6831033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4502" y="5338158"/>
            <a:ext cx="1782009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1A6A7-50F4-463B-910E-CFAB06BEAEB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23513" y="5338158"/>
            <a:ext cx="2673013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93527" y="5338158"/>
            <a:ext cx="1782009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252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42741DFF-ACCE-4FBA-8982-9D347163C27B}"/>
              </a:ext>
            </a:extLst>
          </p:cNvPr>
          <p:cNvGrpSpPr/>
          <p:nvPr/>
        </p:nvGrpSpPr>
        <p:grpSpPr>
          <a:xfrm>
            <a:off x="25584" y="279880"/>
            <a:ext cx="7809659" cy="5356301"/>
            <a:chOff x="637563" y="829153"/>
            <a:chExt cx="7809659" cy="535630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9F40F4F-055A-400D-A8D2-DF2C06AF5180}"/>
                </a:ext>
              </a:extLst>
            </p:cNvPr>
            <p:cNvGrpSpPr/>
            <p:nvPr/>
          </p:nvGrpSpPr>
          <p:grpSpPr>
            <a:xfrm>
              <a:off x="2364945" y="1244235"/>
              <a:ext cx="4472082" cy="4472081"/>
              <a:chOff x="2608226" y="1345579"/>
              <a:chExt cx="3788509" cy="3788508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560AE87E-4453-4F60-ABAF-84596E066A02}"/>
                  </a:ext>
                </a:extLst>
              </p:cNvPr>
              <p:cNvSpPr/>
              <p:nvPr/>
            </p:nvSpPr>
            <p:spPr>
              <a:xfrm>
                <a:off x="2608226" y="1345579"/>
                <a:ext cx="3788508" cy="37885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4698CF7-637D-4FF3-AFCA-11C3A0126CCA}"/>
                  </a:ext>
                </a:extLst>
              </p:cNvPr>
              <p:cNvSpPr/>
              <p:nvPr/>
            </p:nvSpPr>
            <p:spPr>
              <a:xfrm>
                <a:off x="2608226" y="1784343"/>
                <a:ext cx="3788509" cy="29109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" name="Right Triangle 5">
                <a:extLst>
                  <a:ext uri="{FF2B5EF4-FFF2-40B4-BE49-F238E27FC236}">
                    <a16:creationId xmlns:a16="http://schemas.microsoft.com/office/drawing/2014/main" id="{046DA639-B137-42BC-82EA-D64380FF0D5D}"/>
                  </a:ext>
                </a:extLst>
              </p:cNvPr>
              <p:cNvSpPr/>
              <p:nvPr/>
            </p:nvSpPr>
            <p:spPr>
              <a:xfrm>
                <a:off x="3196205" y="1687870"/>
                <a:ext cx="192946" cy="192946"/>
              </a:xfrm>
              <a:prstGeom prst="rtTriangle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" name="Right Triangle 6">
                <a:extLst>
                  <a:ext uri="{FF2B5EF4-FFF2-40B4-BE49-F238E27FC236}">
                    <a16:creationId xmlns:a16="http://schemas.microsoft.com/office/drawing/2014/main" id="{D4C23F88-B8B9-4DB3-B819-144890DA27AE}"/>
                  </a:ext>
                </a:extLst>
              </p:cNvPr>
              <p:cNvSpPr/>
              <p:nvPr/>
            </p:nvSpPr>
            <p:spPr>
              <a:xfrm rot="10800000">
                <a:off x="5610413" y="4608508"/>
                <a:ext cx="192946" cy="192946"/>
              </a:xfrm>
              <a:prstGeom prst="rtTriangle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3305106-1DC6-47FB-8419-153ABFB09606}"/>
                </a:ext>
              </a:extLst>
            </p:cNvPr>
            <p:cNvSpPr txBox="1"/>
            <p:nvPr/>
          </p:nvSpPr>
          <p:spPr>
            <a:xfrm>
              <a:off x="5783827" y="1896515"/>
              <a:ext cx="210185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000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Wirklichkeit</a:t>
              </a:r>
            </a:p>
          </p:txBody>
        </p:sp>
        <p:sp>
          <p:nvSpPr>
            <p:cNvPr id="12" name="Cloud 11">
              <a:extLst>
                <a:ext uri="{FF2B5EF4-FFF2-40B4-BE49-F238E27FC236}">
                  <a16:creationId xmlns:a16="http://schemas.microsoft.com/office/drawing/2014/main" id="{6FC897C2-999C-4CA0-88AA-F2E0AD9A04E0}"/>
                </a:ext>
              </a:extLst>
            </p:cNvPr>
            <p:cNvSpPr/>
            <p:nvPr/>
          </p:nvSpPr>
          <p:spPr>
            <a:xfrm>
              <a:off x="637563" y="2148353"/>
              <a:ext cx="3278722" cy="2890841"/>
            </a:xfrm>
            <a:prstGeom prst="cloud">
              <a:avLst/>
            </a:prstGeom>
            <a:blipFill>
              <a:blip r:embed="rId2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0C00251-5025-4EF5-8399-8B2EBFFC145E}"/>
                </a:ext>
              </a:extLst>
            </p:cNvPr>
            <p:cNvSpPr txBox="1"/>
            <p:nvPr/>
          </p:nvSpPr>
          <p:spPr>
            <a:xfrm>
              <a:off x="990646" y="2627044"/>
              <a:ext cx="27222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latin typeface="CMU Sans Serif" panose="02000603000000000000" pitchFamily="50" charset="0"/>
                  <a:ea typeface="CMU Sans Serif" panose="02000603000000000000" pitchFamily="50" charset="0"/>
                  <a:cs typeface="CMU Sans Serif" panose="02000603000000000000" pitchFamily="50" charset="0"/>
                </a:rPr>
                <a:t>Wahrscheinlichkeitstheorie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EAD075E-5354-4ABE-AB85-D5B071585A0C}"/>
                </a:ext>
              </a:extLst>
            </p:cNvPr>
            <p:cNvSpPr txBox="1"/>
            <p:nvPr/>
          </p:nvSpPr>
          <p:spPr>
            <a:xfrm>
              <a:off x="1230295" y="3032866"/>
              <a:ext cx="22429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dirty="0">
                  <a:solidFill>
                    <a:schemeClr val="bg1">
                      <a:lumMod val="50000"/>
                    </a:schemeClr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Probabilistisches Modell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518EE49-40B5-478E-B3A3-52AB3593BDA3}"/>
                </a:ext>
              </a:extLst>
            </p:cNvPr>
            <p:cNvSpPr txBox="1"/>
            <p:nvPr/>
          </p:nvSpPr>
          <p:spPr>
            <a:xfrm>
              <a:off x="1029118" y="3782954"/>
              <a:ext cx="26452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dirty="0">
                  <a:solidFill>
                    <a:schemeClr val="bg1">
                      <a:lumMod val="50000"/>
                    </a:schemeClr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Wahrscheinlichkeitsrechnung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CFAEFDA-1490-4232-9697-373920959759}"/>
                    </a:ext>
                  </a:extLst>
                </p:cNvPr>
                <p:cNvSpPr txBox="1"/>
                <p:nvPr/>
              </p:nvSpPr>
              <p:spPr>
                <a:xfrm>
                  <a:off x="1398803" y="3407910"/>
                  <a:ext cx="187525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de-DE" sz="160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de-DE" sz="160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  <m:r>
                              <a:rPr lang="de-DE" sz="16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de-DE" sz="16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𝒜</m:t>
                            </m:r>
                            <m:r>
                              <a:rPr lang="de-DE" sz="16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de-DE" sz="16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ℙ</m:t>
                            </m:r>
                          </m:e>
                        </m:d>
                        <m:r>
                          <a:rPr lang="de-DE" sz="16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e-DE" sz="16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  <m:r>
                          <a:rPr lang="de-DE" sz="16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de-DE" sz="160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de-DE" sz="16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de-DE" sz="16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oMath>
                    </m:oMathPara>
                  </a14:m>
                  <a:endParaRPr lang="de-DE" sz="16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CFAEFDA-1490-4232-9697-3739209597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8803" y="3407910"/>
                  <a:ext cx="1875257" cy="338554"/>
                </a:xfrm>
                <a:prstGeom prst="rect">
                  <a:avLst/>
                </a:prstGeom>
                <a:blipFill>
                  <a:blip r:embed="rId3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6A93C44-D71F-4A32-926F-C18F1F158287}"/>
                    </a:ext>
                  </a:extLst>
                </p:cNvPr>
                <p:cNvSpPr txBox="1"/>
                <p:nvPr/>
              </p:nvSpPr>
              <p:spPr>
                <a:xfrm>
                  <a:off x="1362607" y="4157997"/>
                  <a:ext cx="1930913" cy="3647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de-DE" sz="16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6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ℙ</m:t>
                            </m:r>
                          </m:e>
                          <m:sub>
                            <m:r>
                              <a:rPr lang="de-DE" sz="16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sub>
                        </m:sSub>
                        <m:d>
                          <m:dPr>
                            <m:ctrlPr>
                              <a:rPr lang="de-DE" sz="16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16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  <m:r>
                          <a:rPr lang="de-DE" sz="16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DE" sz="16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  <m:r>
                          <a:rPr lang="de-DE" sz="16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de-DE" sz="16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6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p>
                            <m:r>
                              <a:rPr lang="de-DE" sz="16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de-DE" sz="16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16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de-DE" sz="16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))</m:t>
                        </m:r>
                      </m:oMath>
                    </m:oMathPara>
                  </a14:m>
                  <a:endParaRPr lang="de-DE" sz="16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6A93C44-D71F-4A32-926F-C18F1F1582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2607" y="4157997"/>
                  <a:ext cx="1930913" cy="364780"/>
                </a:xfrm>
                <a:prstGeom prst="rect">
                  <a:avLst/>
                </a:prstGeom>
                <a:blipFill>
                  <a:blip r:embed="rId4"/>
                  <a:stretch>
                    <a:fillRect b="-5000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3FFAE8-CE9F-44C9-98F7-502EAAE534B7}"/>
                </a:ext>
              </a:extLst>
            </p:cNvPr>
            <p:cNvSpPr txBox="1"/>
            <p:nvPr/>
          </p:nvSpPr>
          <p:spPr>
            <a:xfrm>
              <a:off x="2650241" y="829153"/>
              <a:ext cx="39292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Repräsentation zentraler Eigenschaften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74E93DD-5B71-40FF-B9D4-3FC68E89DFF2}"/>
                </a:ext>
              </a:extLst>
            </p:cNvPr>
            <p:cNvSpPr txBox="1"/>
            <p:nvPr/>
          </p:nvSpPr>
          <p:spPr>
            <a:xfrm>
              <a:off x="3904590" y="1434998"/>
              <a:ext cx="14205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Modellierung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F69F9A2-AF6B-4647-9D4D-F1D8EFF90738}"/>
                </a:ext>
              </a:extLst>
            </p:cNvPr>
            <p:cNvSpPr txBox="1"/>
            <p:nvPr/>
          </p:nvSpPr>
          <p:spPr>
            <a:xfrm>
              <a:off x="3931040" y="5139000"/>
              <a:ext cx="13676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Vorhersagen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5B26F24-F1ED-43CF-AA2A-FAA82841D015}"/>
                </a:ext>
              </a:extLst>
            </p:cNvPr>
            <p:cNvSpPr txBox="1"/>
            <p:nvPr/>
          </p:nvSpPr>
          <p:spPr>
            <a:xfrm>
              <a:off x="2950002" y="5816122"/>
              <a:ext cx="33297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Quantifizierung von Unsicherheit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50C3C8A-6E76-491D-A5B0-066F6F5F67A9}"/>
                </a:ext>
              </a:extLst>
            </p:cNvPr>
            <p:cNvSpPr txBox="1"/>
            <p:nvPr/>
          </p:nvSpPr>
          <p:spPr>
            <a:xfrm>
              <a:off x="1643577" y="1921751"/>
              <a:ext cx="1266693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000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Modell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B87DA3F-0A37-4972-8B84-AD3118DFAF8A}"/>
                </a:ext>
              </a:extLst>
            </p:cNvPr>
            <p:cNvGrpSpPr/>
            <p:nvPr/>
          </p:nvGrpSpPr>
          <p:grpSpPr>
            <a:xfrm>
              <a:off x="5711357" y="2401709"/>
              <a:ext cx="2188022" cy="2435230"/>
              <a:chOff x="5959540" y="2616031"/>
              <a:chExt cx="2553083" cy="2841536"/>
            </a:xfrm>
          </p:grpSpPr>
          <p:pic>
            <p:nvPicPr>
              <p:cNvPr id="23" name="Picture 22" descr="A picture containing remote, controller, indoor, game&#10;&#10;Description automatically generated">
                <a:extLst>
                  <a:ext uri="{FF2B5EF4-FFF2-40B4-BE49-F238E27FC236}">
                    <a16:creationId xmlns:a16="http://schemas.microsoft.com/office/drawing/2014/main" id="{4799A0FE-DBF3-44FC-B547-A1A8BF0954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63373" y="2866929"/>
                <a:ext cx="777344" cy="586024"/>
              </a:xfrm>
              <a:prstGeom prst="rect">
                <a:avLst/>
              </a:prstGeom>
            </p:spPr>
          </p:pic>
          <p:pic>
            <p:nvPicPr>
              <p:cNvPr id="34" name="Picture 33" descr="A person working on a computer&#10;&#10;Description automatically generated with low confidence">
                <a:extLst>
                  <a:ext uri="{FF2B5EF4-FFF2-40B4-BE49-F238E27FC236}">
                    <a16:creationId xmlns:a16="http://schemas.microsoft.com/office/drawing/2014/main" id="{2DDB4FBC-E6FF-45DA-825C-E36189F7AB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64503" y="3537055"/>
                <a:ext cx="1231535" cy="684589"/>
              </a:xfrm>
              <a:prstGeom prst="rect">
                <a:avLst/>
              </a:prstGeom>
            </p:spPr>
          </p:pic>
          <p:pic>
            <p:nvPicPr>
              <p:cNvPr id="37" name="Picture 36" descr="A close up of a roulette wheel&#10;&#10;Description automatically generated with medium confidence">
                <a:extLst>
                  <a:ext uri="{FF2B5EF4-FFF2-40B4-BE49-F238E27FC236}">
                    <a16:creationId xmlns:a16="http://schemas.microsoft.com/office/drawing/2014/main" id="{D7607054-71A3-46D2-9A07-46F468FE20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01873" y="3825064"/>
                <a:ext cx="921192" cy="614128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  <p:pic>
            <p:nvPicPr>
              <p:cNvPr id="39" name="Picture 38" descr="Text&#10;&#10;Description automatically generated with low confidence">
                <a:extLst>
                  <a:ext uri="{FF2B5EF4-FFF2-40B4-BE49-F238E27FC236}">
                    <a16:creationId xmlns:a16="http://schemas.microsoft.com/office/drawing/2014/main" id="{3B5CC7A7-FC1A-436E-B73A-54753402B8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20797" y="2616031"/>
                <a:ext cx="842997" cy="1103965"/>
              </a:xfrm>
              <a:prstGeom prst="rect">
                <a:avLst/>
              </a:prstGeom>
            </p:spPr>
          </p:pic>
          <p:pic>
            <p:nvPicPr>
              <p:cNvPr id="41" name="Picture 40" descr="A group of people sitting in chairs&#10;&#10;Description automatically generated with low confidence">
                <a:extLst>
                  <a:ext uri="{FF2B5EF4-FFF2-40B4-BE49-F238E27FC236}">
                    <a16:creationId xmlns:a16="http://schemas.microsoft.com/office/drawing/2014/main" id="{6B9CBA47-8A45-408D-8C24-7B1D73F535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59540" y="4538998"/>
                <a:ext cx="2553083" cy="918569"/>
              </a:xfrm>
              <a:prstGeom prst="rect">
                <a:avLst/>
              </a:prstGeom>
            </p:spPr>
          </p:pic>
          <p:pic>
            <p:nvPicPr>
              <p:cNvPr id="26" name="Picture 25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AD6370E4-D950-44DE-ACAE-5858E12181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49297" y="3123239"/>
                <a:ext cx="516850" cy="516850"/>
              </a:xfrm>
              <a:prstGeom prst="rect">
                <a:avLst/>
              </a:prstGeom>
            </p:spPr>
          </p:pic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232B15F-3167-4A3B-8ED0-7D7F53A40B37}"/>
                </a:ext>
              </a:extLst>
            </p:cNvPr>
            <p:cNvSpPr/>
            <p:nvPr/>
          </p:nvSpPr>
          <p:spPr>
            <a:xfrm>
              <a:off x="5673429" y="2401709"/>
              <a:ext cx="2491217" cy="2594390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326C4DA-8239-4EDD-8E73-20E880E6E7F2}"/>
                </a:ext>
              </a:extLst>
            </p:cNvPr>
            <p:cNvSpPr txBox="1"/>
            <p:nvPr/>
          </p:nvSpPr>
          <p:spPr>
            <a:xfrm>
              <a:off x="6048900" y="2616732"/>
              <a:ext cx="1686679" cy="374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2160"/>
                </a:lnSpc>
              </a:pPr>
              <a:r>
                <a:rPr lang="de-DE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Zufallsvorgänge</a:t>
              </a:r>
              <a:endParaRPr lang="de-DE" sz="1600" dirty="0">
                <a:solidFill>
                  <a:srgbClr val="0070C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48C25C5-3AE9-4AA2-A1DA-E7AE1D5D9094}"/>
                </a:ext>
              </a:extLst>
            </p:cNvPr>
            <p:cNvSpPr txBox="1"/>
            <p:nvPr/>
          </p:nvSpPr>
          <p:spPr>
            <a:xfrm>
              <a:off x="5447683" y="3134210"/>
              <a:ext cx="2999539" cy="93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2160"/>
                </a:lnSpc>
              </a:pPr>
              <a:r>
                <a:rPr lang="de-DE" sz="1700" dirty="0">
                  <a:solidFill>
                    <a:schemeClr val="bg1">
                      <a:lumMod val="50000"/>
                    </a:schemeClr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Phänomene, die von Menschen</a:t>
              </a:r>
            </a:p>
            <a:p>
              <a:pPr algn="ctr">
                <a:lnSpc>
                  <a:spcPts val="2160"/>
                </a:lnSpc>
              </a:pPr>
              <a:r>
                <a:rPr lang="de-DE" sz="1700" dirty="0">
                  <a:solidFill>
                    <a:schemeClr val="bg1">
                      <a:lumMod val="50000"/>
                    </a:schemeClr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nicht mit absoluter Sicherheit</a:t>
              </a:r>
            </a:p>
            <a:p>
              <a:pPr algn="ctr">
                <a:lnSpc>
                  <a:spcPts val="2160"/>
                </a:lnSpc>
              </a:pPr>
              <a:r>
                <a:rPr lang="de-DE" sz="1700" dirty="0">
                  <a:solidFill>
                    <a:schemeClr val="bg1">
                      <a:lumMod val="50000"/>
                    </a:schemeClr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vorhergesagt werden können.</a:t>
              </a:r>
              <a:endParaRPr lang="de-DE" sz="1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3224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44</Words>
  <Application>Microsoft Office PowerPoint</Application>
  <PresentationFormat>Benutzerdefiniert</PresentationFormat>
  <Paragraphs>15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CMU Sans Serif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Dirk Ostwald</dc:creator>
  <cp:lastModifiedBy>Dirk Ostwald</cp:lastModifiedBy>
  <cp:revision>9</cp:revision>
  <cp:lastPrinted>2021-10-19T07:58:02Z</cp:lastPrinted>
  <dcterms:created xsi:type="dcterms:W3CDTF">2021-10-15T06:13:51Z</dcterms:created>
  <dcterms:modified xsi:type="dcterms:W3CDTF">2026-10-13T08:23:17Z</dcterms:modified>
</cp:coreProperties>
</file>