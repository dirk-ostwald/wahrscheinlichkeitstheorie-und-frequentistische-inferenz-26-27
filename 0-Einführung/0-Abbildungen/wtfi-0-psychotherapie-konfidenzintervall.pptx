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9ca4ccb1a4eaf" /><Relationship Type="http://schemas.openxmlformats.org/officeDocument/2006/relationships/extended-properties" Target="/docProps/app.xml" Id="R0a8d2f24934f40e5" /><Relationship Type="http://schemas.openxmlformats.org/officeDocument/2006/relationships/officeDocument" Target="/ppt/presentation.xml" Id="R8481f544de744e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7d5920937441c"/>
  </p:sldMasterIdLst>
  <p:notesMasterIdLst>
    <p:notesMasterId xmlns:r="http://schemas.openxmlformats.org/officeDocument/2006/relationships" r:id="R52a8b6f8ea6f473d"/>
  </p:notesMasterIdLst>
  <p:sldIdLst>
    <p:sldId xmlns:r="http://schemas.openxmlformats.org/officeDocument/2006/relationships" id="256" r:id="R25c30a0421cc46e9"/>
  </p:sldIdLst>
  <p:sldSz cx="7429500" cy="209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ad3b748c34e72" /><Relationship Type="http://schemas.openxmlformats.org/officeDocument/2006/relationships/slideMaster" Target="/ppt/slideMasters/slideMaster1.xml" Id="R0827d5920937441c" /><Relationship Type="http://schemas.openxmlformats.org/officeDocument/2006/relationships/notesMaster" Target="/ppt/notesMasters/notesMaster1.xml" Id="R52a8b6f8ea6f473d" /><Relationship Type="http://schemas.openxmlformats.org/officeDocument/2006/relationships/presProps" Target="/ppt/presProps.xml" Id="R920a454694194f6a" /><Relationship Type="http://schemas.openxmlformats.org/officeDocument/2006/relationships/tableStyles" Target="/ppt/tableStyles.xml" Id="R11496b3d4a584090" /><Relationship Type="http://schemas.openxmlformats.org/officeDocument/2006/relationships/slide" Target="/ppt/slides/slide1.xml" Id="R25c30a0421cc46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298e81ec654d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19d313490b41ec" /><Relationship Type="http://schemas.openxmlformats.org/officeDocument/2006/relationships/notesMaster" Target="/ppt/notesMasters/notesMaster1.xml" Id="Rb70b02bbee6e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3dd908d484a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e2a2bfaf94d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1c06104ae40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78f5ef98544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3183fd2794f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308e5c0e4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194C34-97E7-43CE-AEFC-1377F3124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791633"/>
            <a:ext cx="5943600" cy="302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A857E2-CAC7-4C3A-B7FF-CBE1746869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14425" y="1152525"/>
            <a:ext cx="5200650" cy="23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414C2F-DAE0-479B-B057-D79665971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73125"/>
            <a:ext cx="594360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38A93D-0902-44F9-8669-A7AEFEE29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7909" y="162983"/>
            <a:ext cx="6593681" cy="25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2EDD38-849A-4D60-BF67-27CD1FB1BB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7909" y="582083"/>
            <a:ext cx="6593681" cy="1303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98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1pPr>
            <a:lvl2pPr marL="1629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2pPr>
            <a:lvl3pPr marL="2561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3pPr>
            <a:lvl4pPr marL="3492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4pPr>
            <a:lvl5pPr marL="4423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5pPr>
            <a:lvl6pPr marL="5355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6pPr>
            <a:lvl7pPr marL="6286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7pPr>
            <a:lvl8pPr marL="7217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8pPr>
            <a:lvl9pPr marL="8149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67F67A-E32E-4AD4-B8D9-7118A476F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7909" y="162983"/>
            <a:ext cx="6593681" cy="25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AA2D62-1EDA-441B-9209-D5D85B590B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7909" y="582083"/>
            <a:ext cx="3064669" cy="1303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98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1pPr>
            <a:lvl2pPr marL="1629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2pPr>
            <a:lvl3pPr marL="2561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3pPr>
            <a:lvl4pPr marL="3492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4pPr>
            <a:lvl5pPr marL="4423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5pPr>
            <a:lvl6pPr marL="5355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6pPr>
            <a:lvl7pPr marL="6286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7pPr>
            <a:lvl8pPr marL="7217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8pPr>
            <a:lvl9pPr marL="8149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DD85AB-91B5-43C3-8FE3-CC6E29DDCA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946922" y="582083"/>
            <a:ext cx="3064669" cy="1303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98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1pPr>
            <a:lvl2pPr marL="1629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2pPr>
            <a:lvl3pPr marL="2561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3pPr>
            <a:lvl4pPr marL="3492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4pPr>
            <a:lvl5pPr marL="4423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5pPr>
            <a:lvl6pPr marL="5355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6pPr>
            <a:lvl7pPr marL="6286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7pPr>
            <a:lvl8pPr marL="7217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8pPr>
            <a:lvl9pPr marL="8149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7C3B4B-1862-4F74-8BF0-219A459E2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7909" y="162983"/>
            <a:ext cx="6593681" cy="25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E1E515-FFA8-4452-BBFE-A521928D95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7909" y="582083"/>
            <a:ext cx="3064669" cy="1303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98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1pPr>
            <a:lvl2pPr marL="1629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2pPr>
            <a:lvl3pPr marL="2561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3pPr>
            <a:lvl4pPr marL="3492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4pPr>
            <a:lvl5pPr marL="4423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5pPr>
            <a:lvl6pPr marL="5355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6pPr>
            <a:lvl7pPr marL="628650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7pPr>
            <a:lvl8pPr marL="721783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8pPr>
            <a:lvl9pPr marL="814917" indent="-69850">
              <a:lnSpc>
                <a:spcPct val="110000"/>
              </a:lnSpc>
              <a:spcBef>
                <a:spcPts val="0"/>
              </a:spcBef>
              <a:spcAft>
                <a:spcPts val="3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49104ae31349eb" /><Relationship Type="http://schemas.openxmlformats.org/officeDocument/2006/relationships/slideLayout" Target="/ppt/slideLayouts/slideLayout1.xml" Id="R40d67c15fe3c4aef" /><Relationship Type="http://schemas.openxmlformats.org/officeDocument/2006/relationships/slideLayout" Target="/ppt/slideLayouts/slideLayout2.xml" Id="R3f4606b1864340a3" /><Relationship Type="http://schemas.openxmlformats.org/officeDocument/2006/relationships/slideLayout" Target="/ppt/slideLayouts/slideLayout3.xml" Id="R9163c6ad95fc4ed7" /><Relationship Type="http://schemas.openxmlformats.org/officeDocument/2006/relationships/slideLayout" Target="/ppt/slideLayouts/slideLayout4.xml" Id="R49df26197984487a" /><Relationship Type="http://schemas.openxmlformats.org/officeDocument/2006/relationships/slideLayout" Target="/ppt/slideLayouts/slideLayout5.xml" Id="Rcf0af8d0081b4dc9" /><Relationship Type="http://schemas.openxmlformats.org/officeDocument/2006/relationships/slideLayout" Target="/ppt/slideLayouts/slideLayout6.xml" Id="R698ce6d0e2b441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d67c15fe3c4aef"/>
    <p:sldLayoutId xmlns:r="http://schemas.openxmlformats.org/officeDocument/2006/relationships" id="2147483650" r:id="R3f4606b1864340a3"/>
    <p:sldLayoutId xmlns:r="http://schemas.openxmlformats.org/officeDocument/2006/relationships" id="2147483651" r:id="R9163c6ad95fc4ed7"/>
    <p:sldLayoutId xmlns:r="http://schemas.openxmlformats.org/officeDocument/2006/relationships" id="2147483652" r:id="R49df26197984487a"/>
    <p:sldLayoutId xmlns:r="http://schemas.openxmlformats.org/officeDocument/2006/relationships" id="2147483653" r:id="Rcf0af8d0081b4dc9"/>
    <p:sldLayoutId xmlns:r="http://schemas.openxmlformats.org/officeDocument/2006/relationships" id="2147483654" r:id="R698ce6d0e2b441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ac73b605d47a5" /><Relationship Type="http://schemas.openxmlformats.org/officeDocument/2006/relationships/notesSlide" Target="/ppt/notesSlides/notesSlide1.xml" Id="R1c5eec8943c940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ffektschätzung und Konfidenzintervall">
            <a:extLst xmlns:a="http://schemas.openxmlformats.org/drawingml/2006/main">
              <a:ext uri="{FF2B5EF4-FFF2-40B4-BE49-F238E27FC236}">
                <a16:creationId xmlns:a16="http://schemas.microsoft.com/office/drawing/2014/main" id="{C58D6F18-BD1E-4EE5-8A4F-B98D1948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Differenz: −4; 95%-Konfidenzintervall: [−7; −1]</a:t>
            </a:r>
          </a:p>
        </p:txBody>
      </p:sp>
      <p:cxnSp>
        <p:nvCxnSpPr>
          <p:cNvPr id="2" name="Nullreferenz">
            <a:extLst xmlns:a="http://schemas.openxmlformats.org/drawingml/2006/main">
              <a:ext uri="{FF2B5EF4-FFF2-40B4-BE49-F238E27FC236}">
                <a16:creationId xmlns:a16="http://schemas.microsoft.com/office/drawing/2014/main" id="{D1BF9BAA-F0F4-4AFE-88A5-12E89CE72F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72150" y="466725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dash"/>
            <a:tailEnd type="none" w="med" len="med"/>
          </a:ln>
        </p:spPr>
      </p:cxnSp>
      <p:sp>
        <p:nvSpPr>
          <p:cNvPr id="3" name="95%-Konfidenzintervall">
            <a:extLst xmlns:a="http://schemas.openxmlformats.org/drawingml/2006/main">
              <a:ext uri="{FF2B5EF4-FFF2-40B4-BE49-F238E27FC236}">
                <a16:creationId xmlns:a16="http://schemas.microsoft.com/office/drawing/2014/main" id="{B32BDBD3-830C-466E-9819-4DA18D39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2456"/>
            <a:ext cx="41148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cxnSp>
        <p:nvCxnSpPr>
          <p:cNvPr id="4" name="Untere Intervallgrenze">
            <a:extLst xmlns:a="http://schemas.openxmlformats.org/drawingml/2006/main">
              <a:ext uri="{FF2B5EF4-FFF2-40B4-BE49-F238E27FC236}">
                <a16:creationId xmlns:a16="http://schemas.microsoft.com/office/drawing/2014/main" id="{D4FBEE4C-69A1-4E40-9116-EBAF31E8A0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" y="495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none" w="med" len="med"/>
          </a:ln>
        </p:spPr>
      </p:cxnSp>
      <p:cxnSp>
        <p:nvCxnSpPr>
          <p:cNvPr id="5" name="Obere Intervallgrenze">
            <a:extLst xmlns:a="http://schemas.openxmlformats.org/drawingml/2006/main">
              <a:ext uri="{FF2B5EF4-FFF2-40B4-BE49-F238E27FC236}">
                <a16:creationId xmlns:a16="http://schemas.microsoft.com/office/drawing/2014/main" id="{09BC2557-7E2B-488E-B487-49136D79CD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86350" y="495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none" w="med" len="med"/>
          </a:ln>
        </p:spPr>
      </p:cxnSp>
      <p:sp>
        <p:nvSpPr>
          <p:cNvPr id="6" name="Punktschätzung minus vier">
            <a:extLst xmlns:a="http://schemas.openxmlformats.org/drawingml/2006/main">
              <a:ext uri="{FF2B5EF4-FFF2-40B4-BE49-F238E27FC236}">
                <a16:creationId xmlns:a16="http://schemas.microsoft.com/office/drawing/2014/main" id="{D1FD0AAA-163C-45B4-8D06-5015F8A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513" y="5476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cxnSp>
        <p:nvCxnSpPr>
          <p:cNvPr id="7" name="Symptomdifferenz-Achse">
            <a:extLst xmlns:a="http://schemas.openxmlformats.org/drawingml/2006/main">
              <a:ext uri="{FF2B5EF4-FFF2-40B4-BE49-F238E27FC236}">
                <a16:creationId xmlns:a16="http://schemas.microsoft.com/office/drawing/2014/main" id="{91A151F1-8BF0-4300-B4C0-746D5E4940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5750" y="123825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stealth" w="med" len="med"/>
          </a:ln>
        </p:spPr>
      </p:cxnSp>
      <p:cxnSp>
        <p:nvCxnSpPr>
          <p:cNvPr id="8" name="Achsenmarke -8">
            <a:extLst xmlns:a="http://schemas.openxmlformats.org/drawingml/2006/main">
              <a:ext uri="{FF2B5EF4-FFF2-40B4-BE49-F238E27FC236}">
                <a16:creationId xmlns:a16="http://schemas.microsoft.com/office/drawing/2014/main" id="{FB591C7C-29F2-4B7C-9810-BF27344B10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5750" y="1181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none" w="med" len="med"/>
          </a:ln>
        </p:spPr>
      </p:cxnSp>
      <p:sp>
        <p:nvSpPr>
          <p:cNvPr id="9" name="Achsenwert -8">
            <a:extLst xmlns:a="http://schemas.openxmlformats.org/drawingml/2006/main">
              <a:ext uri="{FF2B5EF4-FFF2-40B4-BE49-F238E27FC236}">
                <a16:creationId xmlns:a16="http://schemas.microsoft.com/office/drawing/2014/main" id="{62EF3799-DC74-41D0-9C25-67B71CCF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333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−8</a:t>
            </a:r>
          </a:p>
        </p:txBody>
      </p:sp>
      <p:cxnSp>
        <p:nvCxnSpPr>
          <p:cNvPr id="10" name="Achsenmarke -6">
            <a:extLst xmlns:a="http://schemas.openxmlformats.org/drawingml/2006/main">
              <a:ext uri="{FF2B5EF4-FFF2-40B4-BE49-F238E27FC236}">
                <a16:creationId xmlns:a16="http://schemas.microsoft.com/office/drawing/2014/main" id="{4EADE753-6F19-4DB1-8E8D-7ADA1C31D5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57350" y="1181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none" w="med" len="med"/>
          </a:ln>
        </p:spPr>
      </p:cxnSp>
      <p:sp>
        <p:nvSpPr>
          <p:cNvPr id="11" name="Achsenwert -6">
            <a:extLst xmlns:a="http://schemas.openxmlformats.org/drawingml/2006/main">
              <a:ext uri="{FF2B5EF4-FFF2-40B4-BE49-F238E27FC236}">
                <a16:creationId xmlns:a16="http://schemas.microsoft.com/office/drawing/2014/main" id="{89C14028-6F2A-4F1D-B8A9-77E11069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333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−6</a:t>
            </a:r>
          </a:p>
        </p:txBody>
      </p:sp>
      <p:cxnSp>
        <p:nvCxnSpPr>
          <p:cNvPr id="12" name="Achsenmarke -4">
            <a:extLst xmlns:a="http://schemas.openxmlformats.org/drawingml/2006/main">
              <a:ext uri="{FF2B5EF4-FFF2-40B4-BE49-F238E27FC236}">
                <a16:creationId xmlns:a16="http://schemas.microsoft.com/office/drawing/2014/main" id="{47A65D81-BE52-4394-A334-AC856859C7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28950" y="1181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none" w="med" len="med"/>
          </a:ln>
        </p:spPr>
      </p:cxnSp>
      <p:sp>
        <p:nvSpPr>
          <p:cNvPr id="13" name="Achsenwert -4">
            <a:extLst xmlns:a="http://schemas.openxmlformats.org/drawingml/2006/main">
              <a:ext uri="{FF2B5EF4-FFF2-40B4-BE49-F238E27FC236}">
                <a16:creationId xmlns:a16="http://schemas.microsoft.com/office/drawing/2014/main" id="{D8841451-5779-402E-A64E-CBC2B9C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333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−4</a:t>
            </a:r>
          </a:p>
        </p:txBody>
      </p:sp>
      <p:cxnSp>
        <p:nvCxnSpPr>
          <p:cNvPr id="14" name="Achsenmarke -2">
            <a:extLst xmlns:a="http://schemas.openxmlformats.org/drawingml/2006/main">
              <a:ext uri="{FF2B5EF4-FFF2-40B4-BE49-F238E27FC236}">
                <a16:creationId xmlns:a16="http://schemas.microsoft.com/office/drawing/2014/main" id="{4EA3CBEC-0086-4B16-928B-C11B6D398D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00550" y="1181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none" w="med" len="med"/>
          </a:ln>
        </p:spPr>
      </p:cxnSp>
      <p:sp>
        <p:nvSpPr>
          <p:cNvPr id="15" name="Achsenwert -2">
            <a:extLst xmlns:a="http://schemas.openxmlformats.org/drawingml/2006/main">
              <a:ext uri="{FF2B5EF4-FFF2-40B4-BE49-F238E27FC236}">
                <a16:creationId xmlns:a16="http://schemas.microsoft.com/office/drawing/2014/main" id="{A1F7C527-7E10-48D5-8562-7C0E943A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333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−2</a:t>
            </a:r>
          </a:p>
        </p:txBody>
      </p:sp>
      <p:cxnSp>
        <p:nvCxnSpPr>
          <p:cNvPr id="16" name="Achsenmarke 0">
            <a:extLst xmlns:a="http://schemas.openxmlformats.org/drawingml/2006/main">
              <a:ext uri="{FF2B5EF4-FFF2-40B4-BE49-F238E27FC236}">
                <a16:creationId xmlns:a16="http://schemas.microsoft.com/office/drawing/2014/main" id="{F002DE93-F3EC-4C8C-84E9-F76B1B13AA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72150" y="1181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none" w="med" len="med"/>
          </a:ln>
        </p:spPr>
      </p:cxnSp>
      <p:sp>
        <p:nvSpPr>
          <p:cNvPr id="17" name="Achsenwert 0">
            <a:extLst xmlns:a="http://schemas.openxmlformats.org/drawingml/2006/main">
              <a:ext uri="{FF2B5EF4-FFF2-40B4-BE49-F238E27FC236}">
                <a16:creationId xmlns:a16="http://schemas.microsoft.com/office/drawing/2014/main" id="{23DFB80E-0A9D-4244-A514-49C5857B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333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cxnSp>
        <p:nvCxnSpPr>
          <p:cNvPr id="18" name="Achsenmarke 2">
            <a:extLst xmlns:a="http://schemas.openxmlformats.org/drawingml/2006/main">
              <a:ext uri="{FF2B5EF4-FFF2-40B4-BE49-F238E27FC236}">
                <a16:creationId xmlns:a16="http://schemas.microsoft.com/office/drawing/2014/main" id="{01D41A73-A200-4F75-B483-C2DE6FB576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1181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none" w="med" len="med"/>
          </a:ln>
        </p:spPr>
      </p:cxnSp>
      <p:sp>
        <p:nvSpPr>
          <p:cNvPr id="19" name="Achsenwert 2">
            <a:extLst xmlns:a="http://schemas.openxmlformats.org/drawingml/2006/main">
              <a:ext uri="{FF2B5EF4-FFF2-40B4-BE49-F238E27FC236}">
                <a16:creationId xmlns:a16="http://schemas.microsoft.com/office/drawing/2014/main" id="{2AB22A0F-B34F-4AFA-AF24-682087D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33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0" name="Achsenbeschriftung">
            <a:extLst xmlns:a="http://schemas.openxmlformats.org/drawingml/2006/main">
              <a:ext uri="{FF2B5EF4-FFF2-40B4-BE49-F238E27FC236}">
                <a16:creationId xmlns:a16="http://schemas.microsoft.com/office/drawing/2014/main" id="{8F17BA51-FAE4-46FC-86EF-0E5BF1F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6859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Symptomwert A minus Symptomwert B</a:t>
            </a:r>
          </a:p>
        </p:txBody>
      </p:sp>
    </p:spTree>
    <p:extLst>
      <p:ext uri="{BB962C8B-B14F-4D97-AF65-F5344CB8AC3E}">
        <p14:creationId xmlns:p14="http://schemas.microsoft.com/office/powerpoint/2010/main" val="468660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2026-10-08T10:45:36.5820000Z</dcterms:created>
  <dcterms:modified xsi:type="dcterms:W3CDTF">2026-10-08T10:45:36.5820000Z</dcterms:modified>
</coreProperties>
</file>