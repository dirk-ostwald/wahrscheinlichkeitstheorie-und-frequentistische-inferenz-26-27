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36794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936" y="1122363"/>
            <a:ext cx="102596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936" y="3602038"/>
            <a:ext cx="1025961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318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44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40" y="1709739"/>
            <a:ext cx="1179855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40" y="4589464"/>
            <a:ext cx="1179855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702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0465" y="1825625"/>
            <a:ext cx="5813782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5241" y="1825625"/>
            <a:ext cx="5813782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066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365126"/>
            <a:ext cx="11798558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247" y="1681163"/>
            <a:ext cx="578706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247" y="2505075"/>
            <a:ext cx="5787064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25241" y="1681163"/>
            <a:ext cx="581556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25241" y="2505075"/>
            <a:ext cx="5815564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114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91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1754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57200"/>
            <a:ext cx="441199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564" y="987426"/>
            <a:ext cx="692524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057400"/>
            <a:ext cx="441199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795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57200"/>
            <a:ext cx="441199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15564" y="987426"/>
            <a:ext cx="692524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057400"/>
            <a:ext cx="441199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798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0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9383" y="365125"/>
            <a:ext cx="294964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0465" y="365125"/>
            <a:ext cx="86779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8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0465" y="365126"/>
            <a:ext cx="117985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465" y="1825625"/>
            <a:ext cx="117985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0465" y="6356351"/>
            <a:ext cx="30778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F7BF4-24DC-45A8-A5A7-6D9F2FDFC099}" type="datetimeFigureOut">
              <a:rPr lang="de-DE" smtClean="0"/>
              <a:t>11.07.2023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1331" y="6356351"/>
            <a:ext cx="46168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1138" y="6356351"/>
            <a:ext cx="30778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EE1A-B6AC-45A6-85CC-A36B9A98E5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861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9C0EEF1A-DA36-B7FF-4342-42F85A34C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0" y="4887"/>
            <a:ext cx="4512374" cy="684440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Grafik 7" descr="Ein Bild, das Text, Schrift, Screenshot, Brief enthält.&#10;&#10;Automatisch generierte Beschreibung">
            <a:extLst>
              <a:ext uri="{FF2B5EF4-FFF2-40B4-BE49-F238E27FC236}">
                <a16:creationId xmlns:a16="http://schemas.microsoft.com/office/drawing/2014/main" id="{941BD84E-8661-B311-D5E3-315AC6547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397" y="4887"/>
            <a:ext cx="4513527" cy="684440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Grafik 9" descr="Ein Bild, das Text, Schrift, Screenshot, Brief enthält.&#10;&#10;Automatisch generierte Beschreibung">
            <a:extLst>
              <a:ext uri="{FF2B5EF4-FFF2-40B4-BE49-F238E27FC236}">
                <a16:creationId xmlns:a16="http://schemas.microsoft.com/office/drawing/2014/main" id="{A1139E02-873F-C4F3-D512-093577006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734" y="4887"/>
            <a:ext cx="4512374" cy="684440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732632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0</Words>
  <Application>Microsoft Office PowerPoint</Application>
  <PresentationFormat>Benutzerdefiniert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</cp:revision>
  <dcterms:created xsi:type="dcterms:W3CDTF">2023-07-11T04:59:11Z</dcterms:created>
  <dcterms:modified xsi:type="dcterms:W3CDTF">2023-07-11T05:05:19Z</dcterms:modified>
</cp:coreProperties>
</file>