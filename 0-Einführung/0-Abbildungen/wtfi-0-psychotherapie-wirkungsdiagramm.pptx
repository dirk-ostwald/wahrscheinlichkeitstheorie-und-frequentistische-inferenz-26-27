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4958f64f84c9e" /><Relationship Type="http://schemas.openxmlformats.org/officeDocument/2006/relationships/extended-properties" Target="/docProps/app.xml" Id="R39c63e8bd29a4247" /><Relationship Type="http://schemas.openxmlformats.org/officeDocument/2006/relationships/officeDocument" Target="/ppt/presentation.xml" Id="R0404627d958d42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00647b5fa740b2"/>
  </p:sldMasterIdLst>
  <p:notesMasterIdLst>
    <p:notesMasterId xmlns:r="http://schemas.openxmlformats.org/officeDocument/2006/relationships" r:id="R6786c6fea24142b6"/>
  </p:notesMasterIdLst>
  <p:sldIdLst>
    <p:sldId xmlns:r="http://schemas.openxmlformats.org/officeDocument/2006/relationships" id="256" r:id="Ree9c33fee13f4e30"/>
  </p:sldIdLst>
  <p:sldSz cx="11430000" cy="238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c503954fb44e09" /><Relationship Type="http://schemas.openxmlformats.org/officeDocument/2006/relationships/slideMaster" Target="/ppt/slideMasters/slideMaster1.xml" Id="R6b00647b5fa740b2" /><Relationship Type="http://schemas.openxmlformats.org/officeDocument/2006/relationships/notesMaster" Target="/ppt/notesMasters/notesMaster1.xml" Id="R6786c6fea24142b6" /><Relationship Type="http://schemas.openxmlformats.org/officeDocument/2006/relationships/presProps" Target="/ppt/presProps.xml" Id="R4ed38b3010c14c6c" /><Relationship Type="http://schemas.openxmlformats.org/officeDocument/2006/relationships/tableStyles" Target="/ppt/tableStyles.xml" Id="R160e2c651009409d" /><Relationship Type="http://schemas.openxmlformats.org/officeDocument/2006/relationships/slide" Target="/ppt/slides/slide1.xml" Id="Ree9c33fee13f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50be282a7f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0255aa3cf42f6" /><Relationship Type="http://schemas.openxmlformats.org/officeDocument/2006/relationships/notesMaster" Target="/ppt/notesMasters/notesMaster1.xml" Id="R36581550e55d4f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2901ec0774d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f0709bf6b4f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6d3af5a1f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836b0a2934a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77b36d80a47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d654899e743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DCD751-34A7-4AE7-8CF6-F8E85A356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899583"/>
            <a:ext cx="9144000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AB8889-A952-4DF7-B353-1D491850B3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1309688"/>
            <a:ext cx="8001000" cy="264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84900A-C036-450A-930E-8AC856BD8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992187"/>
            <a:ext cx="9144000" cy="3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269653-4EAC-4154-B3EF-59553A390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185208"/>
            <a:ext cx="10144125" cy="291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11239A-E62A-47FC-A405-727A114FE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661458"/>
            <a:ext cx="10144125" cy="148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9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1pPr>
            <a:lvl2pPr marL="185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2pPr>
            <a:lvl3pPr marL="291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3pPr>
            <a:lvl4pPr marL="3968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4pPr>
            <a:lvl5pPr marL="5027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5pPr>
            <a:lvl6pPr marL="6085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6pPr>
            <a:lvl7pPr marL="714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7pPr>
            <a:lvl8pPr marL="820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8pPr>
            <a:lvl9pPr marL="926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FBE9D7-D577-4587-BE46-9D06624A85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185208"/>
            <a:ext cx="10144125" cy="291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88CEAD-A3B1-48D0-ABD8-5D0C2F3317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661458"/>
            <a:ext cx="4714875" cy="148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9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1pPr>
            <a:lvl2pPr marL="185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2pPr>
            <a:lvl3pPr marL="291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3pPr>
            <a:lvl4pPr marL="3968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4pPr>
            <a:lvl5pPr marL="5027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5pPr>
            <a:lvl6pPr marL="6085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6pPr>
            <a:lvl7pPr marL="714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7pPr>
            <a:lvl8pPr marL="820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8pPr>
            <a:lvl9pPr marL="926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9F1652-CB43-42BA-987B-15B3A05CD5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661458"/>
            <a:ext cx="4714875" cy="148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2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9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1pPr>
            <a:lvl2pPr marL="185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2pPr>
            <a:lvl3pPr marL="291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3pPr>
            <a:lvl4pPr marL="3968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4pPr>
            <a:lvl5pPr marL="5027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5pPr>
            <a:lvl6pPr marL="6085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6pPr>
            <a:lvl7pPr marL="714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7pPr>
            <a:lvl8pPr marL="820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8pPr>
            <a:lvl9pPr marL="926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4CCC5-751C-4D83-9A04-7AE44497B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185208"/>
            <a:ext cx="10144125" cy="291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6FB03C-6F02-462E-AAC2-339301ED96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661458"/>
            <a:ext cx="4714875" cy="1481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79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1pPr>
            <a:lvl2pPr marL="185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2pPr>
            <a:lvl3pPr marL="291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3pPr>
            <a:lvl4pPr marL="3968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4pPr>
            <a:lvl5pPr marL="5027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5pPr>
            <a:lvl6pPr marL="6085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6pPr>
            <a:lvl7pPr marL="714375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7pPr>
            <a:lvl8pPr marL="820208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8pPr>
            <a:lvl9pPr marL="926042" indent="-79375">
              <a:lnSpc>
                <a:spcPct val="110000"/>
              </a:lnSpc>
              <a:spcBef>
                <a:spcPts val="0"/>
              </a:spcBef>
              <a:spcAft>
                <a:spcPts val="4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fff89ecfa3428e" /><Relationship Type="http://schemas.openxmlformats.org/officeDocument/2006/relationships/slideLayout" Target="/ppt/slideLayouts/slideLayout1.xml" Id="R377f0ee534334431" /><Relationship Type="http://schemas.openxmlformats.org/officeDocument/2006/relationships/slideLayout" Target="/ppt/slideLayouts/slideLayout2.xml" Id="R05c9c7ef6f2e466e" /><Relationship Type="http://schemas.openxmlformats.org/officeDocument/2006/relationships/slideLayout" Target="/ppt/slideLayouts/slideLayout3.xml" Id="R0de516ba89334937" /><Relationship Type="http://schemas.openxmlformats.org/officeDocument/2006/relationships/slideLayout" Target="/ppt/slideLayouts/slideLayout4.xml" Id="R11ff9f56cc654c02" /><Relationship Type="http://schemas.openxmlformats.org/officeDocument/2006/relationships/slideLayout" Target="/ppt/slideLayouts/slideLayout5.xml" Id="R4d627422dbf342f2" /><Relationship Type="http://schemas.openxmlformats.org/officeDocument/2006/relationships/slideLayout" Target="/ppt/slideLayouts/slideLayout6.xml" Id="R982c8ab0e96649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7f0ee534334431"/>
    <p:sldLayoutId xmlns:r="http://schemas.openxmlformats.org/officeDocument/2006/relationships" id="2147483650" r:id="R05c9c7ef6f2e466e"/>
    <p:sldLayoutId xmlns:r="http://schemas.openxmlformats.org/officeDocument/2006/relationships" id="2147483651" r:id="R0de516ba89334937"/>
    <p:sldLayoutId xmlns:r="http://schemas.openxmlformats.org/officeDocument/2006/relationships" id="2147483652" r:id="R11ff9f56cc654c02"/>
    <p:sldLayoutId xmlns:r="http://schemas.openxmlformats.org/officeDocument/2006/relationships" id="2147483653" r:id="R4d627422dbf342f2"/>
    <p:sldLayoutId xmlns:r="http://schemas.openxmlformats.org/officeDocument/2006/relationships" id="2147483654" r:id="R982c8ab0e96649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87ddccd2146c1" /><Relationship Type="http://schemas.openxmlformats.org/officeDocument/2006/relationships/notesSlide" Target="/ppt/notesSlides/notesSlide1.xml" Id="Rb4c4df7208fd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ersorgungskontext">
            <a:extLst xmlns:a="http://schemas.openxmlformats.org/drawingml/2006/main">
              <a:ext uri="{FF2B5EF4-FFF2-40B4-BE49-F238E27FC236}">
                <a16:creationId xmlns:a16="http://schemas.microsoft.com/office/drawing/2014/main" id="{1D3145C3-62C7-4413-86B9-19332256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Patient:innen · Therapeut:innen · Versorgungskontext</a:t>
            </a:r>
          </a:p>
        </p:txBody>
      </p:sp>
      <p:sp>
        <p:nvSpPr>
          <p:cNvPr id="2" name="Knoten 1">
            <a:extLst xmlns:a="http://schemas.openxmlformats.org/drawingml/2006/main">
              <a:ext uri="{FF2B5EF4-FFF2-40B4-BE49-F238E27FC236}">
                <a16:creationId xmlns:a16="http://schemas.microsoft.com/office/drawing/2014/main" id="{C3ECE80B-7FFC-451E-A35E-5D9F00C4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525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4288">
            <a:solidFill>
              <a:srgbClr val="000000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Psychotherapeutische</a:t>
            </a:r>
          </a:p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Intervention</a:t>
            </a:r>
          </a:p>
        </p:txBody>
      </p:sp>
      <p:cxnSp>
        <p:nvCxnSpPr>
          <p:cNvPr id="3" name="Kontextpfeil 1">
            <a:extLst xmlns:a="http://schemas.openxmlformats.org/drawingml/2006/main">
              <a:ext uri="{FF2B5EF4-FFF2-40B4-BE49-F238E27FC236}">
                <a16:creationId xmlns:a16="http://schemas.microsoft.com/office/drawing/2014/main" id="{DC0CAE43-ED05-4911-8712-7750C41EB4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62125" y="5524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dash"/>
            <a:tailEnd type="stealth" w="med" len="med"/>
          </a:ln>
        </p:spPr>
      </p:cxnSp>
      <p:sp>
        <p:nvSpPr>
          <p:cNvPr id="4" name="Knoten 2">
            <a:extLst xmlns:a="http://schemas.openxmlformats.org/drawingml/2006/main">
              <a:ext uri="{FF2B5EF4-FFF2-40B4-BE49-F238E27FC236}">
                <a16:creationId xmlns:a16="http://schemas.microsoft.com/office/drawing/2014/main" id="{AEF4D5D8-EC8E-42BE-9805-E3A3D0DC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525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4288">
            <a:solidFill>
              <a:srgbClr val="000000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Psychologische</a:t>
            </a:r>
          </a:p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Veränderungsprozesse</a:t>
            </a:r>
          </a:p>
        </p:txBody>
      </p:sp>
      <p:cxnSp>
        <p:nvCxnSpPr>
          <p:cNvPr id="5" name="Kontextpfeil 2">
            <a:extLst xmlns:a="http://schemas.openxmlformats.org/drawingml/2006/main">
              <a:ext uri="{FF2B5EF4-FFF2-40B4-BE49-F238E27FC236}">
                <a16:creationId xmlns:a16="http://schemas.microsoft.com/office/drawing/2014/main" id="{4B124732-DD07-43A0-B5B7-738FB56A64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0" y="5524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dash"/>
            <a:tailEnd type="stealth" w="med" len="med"/>
          </a:ln>
        </p:spPr>
      </p:cxnSp>
      <p:sp>
        <p:nvSpPr>
          <p:cNvPr id="6" name="Knoten 3">
            <a:extLst xmlns:a="http://schemas.openxmlformats.org/drawingml/2006/main">
              <a:ext uri="{FF2B5EF4-FFF2-40B4-BE49-F238E27FC236}">
                <a16:creationId xmlns:a16="http://schemas.microsoft.com/office/drawing/2014/main" id="{52574619-E8F9-4F5C-889B-866DDD19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525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14288">
            <a:solidFill>
              <a:srgbClr val="000000"/>
            </a:solidFill>
          </a:ln>
        </p:spPr>
        <p:txBody>
          <a:bodyPr xmlns:a="http://schemas.openxmlformats.org/drawingml/2006/main" wrap="none" lIns="47625" tIns="47625" rIns="47625" bIns="47625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Beschwerden,</a:t>
            </a:r>
          </a:p>
          <a:p xmlns:a="http://schemas.openxmlformats.org/drawingml/2006/main">
            <a:pPr algn="ctr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Lebensqualität und Alltag</a:t>
            </a:r>
          </a:p>
        </p:txBody>
      </p:sp>
      <p:cxnSp>
        <p:nvCxnSpPr>
          <p:cNvPr id="7" name="Kontextpfeil 3">
            <a:extLst xmlns:a="http://schemas.openxmlformats.org/drawingml/2006/main">
              <a:ext uri="{FF2B5EF4-FFF2-40B4-BE49-F238E27FC236}">
                <a16:creationId xmlns:a16="http://schemas.microsoft.com/office/drawing/2014/main" id="{3FAE5182-F2EA-4A4F-9F3E-831361A079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67875" y="5524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dash"/>
            <a:tailEnd type="stealth" w="med" len="med"/>
          </a:ln>
        </p:spPr>
      </p:cxnSp>
      <p:cxnSp>
        <p:nvCxnSpPr>
          <p:cNvPr id="8" name="Intervention zu Veränderungsprozessen">
            <a:extLst xmlns:a="http://schemas.openxmlformats.org/drawingml/2006/main">
              <a:ext uri="{FF2B5EF4-FFF2-40B4-BE49-F238E27FC236}">
                <a16:creationId xmlns:a16="http://schemas.microsoft.com/office/drawing/2014/main" id="{F270EF20-4CFD-4D66-BDAE-E23A464041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14001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stealth" w="med" len="med"/>
          </a:ln>
        </p:spPr>
      </p:cxnSp>
      <p:cxnSp>
        <p:nvCxnSpPr>
          <p:cNvPr id="9" name="Veränderungsprozesse zu Ergebnis">
            <a:extLst xmlns:a="http://schemas.openxmlformats.org/drawingml/2006/main">
              <a:ext uri="{FF2B5EF4-FFF2-40B4-BE49-F238E27FC236}">
                <a16:creationId xmlns:a16="http://schemas.microsoft.com/office/drawing/2014/main" id="{9C097EF8-6EEA-461D-9E13-EE04B04396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86625" y="14001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stealth" w="med" len="med"/>
          </a:ln>
        </p:spPr>
      </p:cxnSp>
      <p:cxnSp>
        <p:nvCxnSpPr>
          <p:cNvPr id="10" name="Direkter Pfad links">
            <a:extLst xmlns:a="http://schemas.openxmlformats.org/drawingml/2006/main">
              <a:ext uri="{FF2B5EF4-FFF2-40B4-BE49-F238E27FC236}">
                <a16:creationId xmlns:a16="http://schemas.microsoft.com/office/drawing/2014/main" id="{4592A86C-EEA3-490D-9E99-6836391C1D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62125" y="1857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none" w="med" len="med"/>
          </a:ln>
        </p:spPr>
      </p:cxnSp>
      <p:cxnSp>
        <p:nvCxnSpPr>
          <p:cNvPr id="11" name="Direkter Pfad unten">
            <a:extLst xmlns:a="http://schemas.openxmlformats.org/drawingml/2006/main">
              <a:ext uri="{FF2B5EF4-FFF2-40B4-BE49-F238E27FC236}">
                <a16:creationId xmlns:a16="http://schemas.microsoft.com/office/drawing/2014/main" id="{413194F7-294B-477D-82A5-B707FA4794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62125" y="2143125"/>
            <a:ext cx="790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none" w="med" len="med"/>
          </a:ln>
        </p:spPr>
      </p:cxnSp>
      <p:cxnSp>
        <p:nvCxnSpPr>
          <p:cNvPr id="12" name="Direkter Pfad rechts">
            <a:extLst xmlns:a="http://schemas.openxmlformats.org/drawingml/2006/main">
              <a:ext uri="{FF2B5EF4-FFF2-40B4-BE49-F238E27FC236}">
                <a16:creationId xmlns:a16="http://schemas.microsoft.com/office/drawing/2014/main" id="{6C24CF3C-0EC7-4B22-8752-8017694BBB6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667875" y="1857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38181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2026-10-08T10:41:44.9260000Z</dcterms:created>
  <dcterms:modified xsi:type="dcterms:W3CDTF">2026-10-08T10:41:44.9260000Z</dcterms:modified>
</coreProperties>
</file>